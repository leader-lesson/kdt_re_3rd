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sldIdLst>
    <p:sldId id="1048" r:id="rId2"/>
    <p:sldId id="257" r:id="rId3"/>
    <p:sldId id="1090" r:id="rId4"/>
    <p:sldId id="1127" r:id="rId5"/>
    <p:sldId id="1128" r:id="rId6"/>
    <p:sldId id="1129" r:id="rId7"/>
    <p:sldId id="1130" r:id="rId8"/>
    <p:sldId id="813" r:id="rId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1"/>
    </p:embeddedFont>
    <p:embeddedFont>
      <p:font typeface="Pretendard Black" panose="02000A03000000020004" pitchFamily="2" charset="-127"/>
      <p:bold r:id="rId12"/>
    </p:embeddedFont>
    <p:embeddedFont>
      <p:font typeface="Pretendard Light" panose="02000403000000020004" pitchFamily="2" charset="-127"/>
      <p:regular r:id="rId13"/>
    </p:embeddedFont>
    <p:embeddedFont>
      <p:font typeface="Pretendard Medium" panose="02000603000000020004" pitchFamily="2" charset="-127"/>
      <p:regular r:id="rId14"/>
    </p:embeddedFont>
    <p:embeddedFont>
      <p:font typeface="Malgun Gothic Semilight" panose="020B0502040204020203" pitchFamily="50" charset="-127"/>
      <p:regular r:id="rId15"/>
    </p:embeddedFont>
    <p:embeddedFont>
      <p:font typeface="메이플스토리" panose="02000300000000000000" pitchFamily="2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99"/>
    <a:srgbClr val="FF505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49" d="100"/>
          <a:sy n="49" d="100"/>
        </p:scale>
        <p:origin x="834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1F67-7A2A-8068-AC03-CEA61C45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E958A-93D2-D3BA-B992-EDA36A4BF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749231-2D1D-55D4-0D7A-46C8BFCF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B2988-896F-666A-5305-6319B0C67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01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D889-AEA9-B1A2-9012-FCA46D37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E23706-9739-3C8B-1C25-5C84D4FAD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0D8C9D-89FE-0E35-6036-AAE7F41A2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4C075-BBF7-2812-34C5-61AC5A877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6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9C3A-2B5C-F36B-7DD8-33EE5634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7E1320-5EFC-8138-E702-721EAA677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F9A54B-B8F1-9882-5189-CB371D86C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FC08B-0E16-6C30-242E-769D87AE1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4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12E8-CD87-4F61-3094-E30257B8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5E0F3F-5BD5-5733-43BA-92BC7ED48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28C4EC-7379-ED65-ABE8-5413EB2C9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3B8AC2-137A-43CB-D6D1-A8A2786C1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299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A56bikroB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456241" y="2600493"/>
            <a:ext cx="7279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미니 프로젝트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‘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텍스트 게임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’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만들기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게임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53759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사용자의 입력</a:t>
            </a:r>
            <a:r>
              <a:rPr lang="en-US" altLang="ko-KR" dirty="0"/>
              <a:t>(</a:t>
            </a:r>
            <a:r>
              <a:rPr lang="ko-KR" altLang="en-US" dirty="0"/>
              <a:t>선택지 또는 명령어</a:t>
            </a:r>
            <a:r>
              <a:rPr lang="en-US" altLang="ko-KR" dirty="0"/>
              <a:t>)</a:t>
            </a:r>
            <a:r>
              <a:rPr lang="ko-KR" altLang="en-US" dirty="0"/>
              <a:t>에 따라 다양한 이야기 전개와 결과가 오로지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문자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  <a:r>
              <a:rPr lang="ko-KR" altLang="en-US" dirty="0"/>
              <a:t>로 표현되는 대화형 컴퓨터 게임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hlinkClick r:id="rId3"/>
              </a:rPr>
              <a:t>🔗 </a:t>
            </a:r>
            <a:r>
              <a:rPr lang="en-US" altLang="ko-KR" dirty="0">
                <a:hlinkClick r:id="rId3"/>
              </a:rPr>
              <a:t>https://www.youtube.com/watch?v=OA56bikroBg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138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EBFD3-D010-A952-27F9-A215971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18BC193-B4D4-E010-AC60-CE7CC9229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94101"/>
            <a:ext cx="11641762" cy="46896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📋 프로젝트 시나리오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플레이어는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(100),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소지품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시작합니다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~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던전에서 일어나는 상황이 주어지고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선택에 따라 체력이 변하거나 소지품을 얻습니다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하루가 끝날 때마다 체력을 평가해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체력이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이하가 되면 즉시 게임 오버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일을 모두 버티면 생존 성공 엔딩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 이외에도 더 재미있는 게임을 위해 다양한 조건을 추가하고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게임을 확장해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marL="0" indent="0">
              <a:buNone/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 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AI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사용관련 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: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게임의 구상에는 활용하되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실제 코드 구현은 스스로의 힘으로 해봅시다🙏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과제 제출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게임을 구현한 코드를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저장소에 업로드하고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주소를 제출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E047B-0EAF-18AE-3221-8F055894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D3F073-82C8-C863-8A4D-C840E8C8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F11BDF7-AA6C-2593-48C5-4ACFF201872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251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AF63-0284-2FF9-8186-FACD225F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ABE0A48-CBEC-C290-46BA-6929B52E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94101"/>
            <a:ext cx="11641762" cy="11454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📋 예제코드</a:t>
            </a:r>
            <a:endParaRPr lang="en-US" altLang="ko-KR" b="1" dirty="0"/>
          </a:p>
          <a:p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일차까지의 예제 코드를 공유합니다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참고하여 게임을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일차까지 완성시켜 보세요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CD9632-CBC1-EB02-ABBC-5A70AAF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616838-2F08-4240-BD50-82766F2C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7056C50-710A-FB49-B477-BC6651C807F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B844FD-A8E1-65AD-C107-A54E94471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27" y="1572270"/>
            <a:ext cx="9648346" cy="527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7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32B6-AA9B-E572-EA99-90A2B3DE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36C78-30F6-E0F5-284D-25E6990A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653A8F-76B6-1F90-A54C-3041B37A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CD94F9E-18F6-190A-C7A0-CE5F4AC3037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40F00-32F9-E44C-5B73-3210E41DA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914" y="860472"/>
            <a:ext cx="7872172" cy="59798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84BCF0-624D-7591-E9A6-C0D3C3A93B8B}"/>
              </a:ext>
            </a:extLst>
          </p:cNvPr>
          <p:cNvSpPr txBox="1"/>
          <p:nvPr/>
        </p:nvSpPr>
        <p:spPr>
          <a:xfrm>
            <a:off x="2560825" y="930310"/>
            <a:ext cx="6111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일차 예제 코드</a:t>
            </a:r>
          </a:p>
        </p:txBody>
      </p:sp>
    </p:spTree>
    <p:extLst>
      <p:ext uri="{BB962C8B-B14F-4D97-AF65-F5344CB8AC3E}">
        <p14:creationId xmlns:p14="http://schemas.microsoft.com/office/powerpoint/2010/main" val="244840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0128E-142F-A363-2F1F-39C616DD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654EE-4466-D709-3E78-451CF03B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7B7DD-CB22-CDBE-FBAF-0DEA4E3D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6CE618-4108-A0F3-8403-380EB2FF5A6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D4C4DF-3C49-40F8-4414-DEC80D4B7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13985"/>
            <a:ext cx="7924800" cy="5778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BC8A9D-33C5-79FF-5685-BF7FF12060CD}"/>
              </a:ext>
            </a:extLst>
          </p:cNvPr>
          <p:cNvSpPr txBox="1"/>
          <p:nvPr/>
        </p:nvSpPr>
        <p:spPr>
          <a:xfrm>
            <a:off x="2560825" y="930310"/>
            <a:ext cx="6111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dirty="0"/>
              <a:t>2</a:t>
            </a:r>
            <a:r>
              <a:rPr lang="ko-KR" altLang="en-US" dirty="0"/>
              <a:t>일차 예제 코드</a:t>
            </a:r>
          </a:p>
        </p:txBody>
      </p:sp>
    </p:spTree>
    <p:extLst>
      <p:ext uri="{BB962C8B-B14F-4D97-AF65-F5344CB8AC3E}">
        <p14:creationId xmlns:p14="http://schemas.microsoft.com/office/powerpoint/2010/main" val="255276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4270</TotalTime>
  <Words>221</Words>
  <Application>Microsoft Office PowerPoint</Application>
  <PresentationFormat>와이드스크린</PresentationFormat>
  <Paragraphs>43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Pretendard Medium</vt:lpstr>
      <vt:lpstr>Pretendard Black</vt:lpstr>
      <vt:lpstr>Arial</vt:lpstr>
      <vt:lpstr>G마켓 산스 TTF Bold</vt:lpstr>
      <vt:lpstr>Kim jung chul Gothic Regular</vt:lpstr>
      <vt:lpstr>Wingdings</vt:lpstr>
      <vt:lpstr>Malgun Gothic Semilight</vt:lpstr>
      <vt:lpstr>메이플스토리</vt:lpstr>
      <vt:lpstr>Pretendard Light</vt:lpstr>
      <vt:lpstr>1_Office 테마</vt:lpstr>
      <vt:lpstr>x</vt:lpstr>
      <vt:lpstr>PowerPoint 프레젠테이션</vt:lpstr>
      <vt:lpstr>텍스트 게임?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410</cp:revision>
  <dcterms:created xsi:type="dcterms:W3CDTF">2023-01-31T04:26:23Z</dcterms:created>
  <dcterms:modified xsi:type="dcterms:W3CDTF">2025-08-21T06:48:58Z</dcterms:modified>
</cp:coreProperties>
</file>